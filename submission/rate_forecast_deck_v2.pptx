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871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SYBILION TRACK  ·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Decision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tool for central bank policy makers —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rate paths, runs backtests, and lets decision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stress-test assumptions via interactive controls.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347472"/>
            <a:ext cx="7315" cy="43891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4005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AT" sz="1400" dirty="0">
                <a:solidFill>
                  <a:schemeClr val="bg1"/>
                </a:solidFill>
              </a:rPr>
              <a:t>Nikola Veljkovic, Felix </a:t>
            </a:r>
            <a:r>
              <a:rPr lang="de-AT" sz="1400" dirty="0" err="1">
                <a:solidFill>
                  <a:schemeClr val="bg1"/>
                </a:solidFill>
              </a:rPr>
              <a:t>Uhmann</a:t>
            </a:r>
            <a:r>
              <a:rPr lang="de-AT" sz="1400" dirty="0">
                <a:solidFill>
                  <a:schemeClr val="bg1"/>
                </a:solidFill>
              </a:rPr>
              <a:t>, Benedikt Adler</a:t>
            </a:r>
          </a:p>
        </p:txBody>
      </p:sp>
      <p:sp>
        <p:nvSpPr>
          <p:cNvPr id="8" name="Shape 6"/>
          <p:cNvSpPr/>
          <p:nvPr/>
        </p:nvSpPr>
        <p:spPr>
          <a:xfrm>
            <a:off x="5166360" y="347472"/>
            <a:ext cx="3657600" cy="20116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321808" y="475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NEXT-MEETING CALL  ·  JUNE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0" y="438912"/>
            <a:ext cx="1316736" cy="2377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772400" y="4389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21808" y="7132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321808" y="13533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· neutral · target range stays anchored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the data force a move.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66360" y="2487168"/>
            <a:ext cx="3657600" cy="242316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321808" y="25786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contribution to the tilt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21808" y="2816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force is signed: dovish pulls left, hawkish pulls right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21808" y="3090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vs target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83880" y="30906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21808" y="3319272"/>
            <a:ext cx="3291840" cy="914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967728" y="3319272"/>
            <a:ext cx="921715" cy="914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321808" y="3639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mandate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83880" y="3639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21808" y="3867912"/>
            <a:ext cx="3291840" cy="914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243523" y="3867912"/>
            <a:ext cx="724205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321808" y="4187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Market-implied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83880" y="4187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21808" y="4416552"/>
            <a:ext cx="3291840" cy="9144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716829" y="4416552"/>
            <a:ext cx="1250899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decisions lack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structured analytical layer.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7910" y="1828800"/>
            <a:ext cx="2606040" cy="28163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04088" y="19568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4088" y="23957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synthesis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2788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FOMC participants receive dozens of data series — CPI, PCE, payrolls, yield curves. There is no tool that synthesizes these into a single, mandate-weighted signal.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28163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538728" y="19568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38728" y="23957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counterfactual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38728" y="2788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inflation re-accelerates?" requires a quantitative answer, not intuition. Current tools don't let decision makers stress-test assumptions interactively.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2606040" cy="281635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373368" y="19568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73368" y="23957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balance is implicit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3368" y="27889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Fed's dual mandate creates a non-linear tradeoff between price stability and employment. That balance is carried in each member's head — not in any tool.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85800" y="47365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76334" y="4736592"/>
            <a:ext cx="6773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mispriced decision at 5.5% has compounding effects on credit markets, mortgage rates, and unemployment for 18–24 months.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policy recommendation in four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2011680" cy="35478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901952"/>
            <a:ext cx="1600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85800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Data Fetch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957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macro series per central bank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7249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transform for index series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05409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FEDFUNDS · DGS2 · PCEPILFE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UNRATE · T10Y2Y · PAYEMS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907792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79192" y="1261872"/>
            <a:ext cx="2011680" cy="35478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862072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862072" y="1901952"/>
            <a:ext cx="1600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862072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Sybilion Forecast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62072" y="23957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job per signal, parallel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62072" y="27249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enabled (hard_horizon 3m)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62072" y="305409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across 4 signals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62072" y="33832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Auto-renorm on job failure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0872" y="2907792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55464" y="1261872"/>
            <a:ext cx="2011680" cy="35478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038344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038344" y="1901952"/>
            <a:ext cx="1600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38344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Engine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38344" y="23957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Mandate-weighted pressure 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38344" y="27249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inflation_weight × PCE gap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38344" y="305409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employment_weight × NAIRU gap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38344" y="33832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signal lookup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67144" y="2907792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31736" y="1261872"/>
            <a:ext cx="2011680" cy="35478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7214616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7214616" y="1901952"/>
            <a:ext cx="1600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7214616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Interface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14616" y="23957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CUT / HIKE call + tilt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14616" y="272491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 assumption sliders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14616" y="305409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presets (labor shock, etc.)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14616" y="33832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formats result as policy brief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4919472"/>
            <a:ext cx="8229600" cy="13716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685800" y="491947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role: formats the classified scenario dict into natural language — no analytical authority.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than a wrapper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8229600" cy="107899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50292" cy="10789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85800" y="1636776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56602" y="1664208"/>
            <a:ext cx="1175918" cy="219456"/>
          </a:xfrm>
          <a:prstGeom prst="rect">
            <a:avLst/>
          </a:prstGeom>
          <a:solidFill>
            <a:srgbClr val="1C1C1C"/>
          </a:solidFill>
          <a:ln w="63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556602" y="1664208"/>
            <a:ext cx="11759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signal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configs carry a role tag (target / leading / inflation / labor). The ScenarioClassifier resolves signals by role — making identical logic work for Fed, ECB and BoJ. Adding a new central bank is ~80 lines of metadata.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8229600" cy="107899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50292" cy="10789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85800" y="280720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06640" y="2834640"/>
            <a:ext cx="1325880" cy="219456"/>
          </a:xfrm>
          <a:prstGeom prst="rect">
            <a:avLst/>
          </a:prstGeom>
          <a:solidFill>
            <a:srgbClr val="1C1C1C"/>
          </a:solidFill>
          <a:ln w="63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406640" y="283464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Accuracy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" y="28346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Mandate-weighted Policy Pressure 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18211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inflation_weight × (PCE − target) − employment_weight × (UNRATE − NAIRU). Fed: 0.5 / 0.5. ECB: 0.9 / 0.1. Score is a first-class output — drives the classifier and is cited directly in the LLM brief.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913632"/>
            <a:ext cx="8229600" cy="107899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502920" y="3913632"/>
            <a:ext cx="50292" cy="10789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85800" y="39776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56678" y="4005072"/>
            <a:ext cx="1475842" cy="219456"/>
          </a:xfrm>
          <a:prstGeom prst="rect">
            <a:avLst/>
          </a:prstGeom>
          <a:solidFill>
            <a:srgbClr val="1C1C1C"/>
          </a:solidFill>
          <a:ln w="63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256678" y="4005072"/>
            <a:ext cx="1475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Zero latency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7280" y="4005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approximation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35254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forecast runs, all slider interactions compute locally via policyApproximator.js. tilt = Σ(force × weight). Confidence degrades when forces contradict. No API call per slider move — instant feedback for the decision maker.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01168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67512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4.56%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67512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MAPE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2176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FEDFUNDS signal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79192" y="1234440"/>
            <a:ext cx="201168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843784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0.19pp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43784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MAE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43784" y="2176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absolute 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55464" y="1234440"/>
            <a:ext cx="201168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020056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0056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MAPE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0056" y="2176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flatlines &gt;6M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31736" y="1234440"/>
            <a:ext cx="201168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196328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196328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jobs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96328" y="2176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forecast run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670048"/>
            <a:ext cx="5212080" cy="22402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502920" y="2670048"/>
            <a:ext cx="50292" cy="22402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13232" y="27797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interpretation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14553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 MAPE 4.6% — reliable for HOLD / CUT / HIKE directional call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35478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12M+ metrics identical → Sybilion flatlines at 12M on rate data (known pattern)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395020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 18× vs naïve — expected: Fed held rates constant for long stretches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435254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auto-renormalizes on job failure — tested at 2/4 signal coverage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2670048"/>
            <a:ext cx="2834640" cy="2240280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897880" y="2670048"/>
            <a:ext cx="50292" cy="22402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108192" y="27797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reliability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08192" y="3200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76288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4 signals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08192" y="37124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76288" y="37124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4 signals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08192" y="42245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76288" y="4224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4.56% @ 6M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 next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229600" cy="120700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0292" cy="1207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13232" y="1325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58191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12M+ forecast flatline  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recency_factor and soft_horizon for longer horizon reliability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856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BoJ pipeline  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MandateConfig inflation_weight: 0.70, handle near-zero and YCC rate regimes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13055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Futures  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 Data Link CME series — strongest leading indicator not yet in stack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8229600" cy="120700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02920" y="2532888"/>
            <a:ext cx="50292" cy="1207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13232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" y="288036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matrix  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three banks run, surface FED_ECB_spread with FX carry implications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15468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FOMC hawkishness score  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converts statement text to numeric signal, feeds into ensemble as 5th series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34290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Backtest-adjusted confidence  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scenarios where 12M MAE &gt; 0.5pp on the dominant signal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31336"/>
            <a:ext cx="8229600" cy="1115568"/>
          </a:xfrm>
          <a:prstGeom prst="rect">
            <a:avLst/>
          </a:prstGeom>
          <a:solidFill>
            <a:srgbClr val="141414"/>
          </a:solidFill>
          <a:ln w="6350">
            <a:solidFill>
              <a:srgbClr val="2A2A2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02920" y="3831336"/>
            <a:ext cx="50292" cy="111556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13232" y="3922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TERM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3232" y="41788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re-run on slider delta  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new Sybilion job when assumption shifts exceed a threshold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44531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output layer  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rate divergence into duration, FX carry, and credit spread implications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Microsoft Macintosh PowerPoint</Application>
  <PresentationFormat>Bildschirmpräsentation (16:9)</PresentationFormat>
  <Paragraphs>124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 Forecast — Policy Decision Support</dc:title>
  <dc:subject>PptxGenJS Presentation</dc:subject>
  <dc:creator>PptxGenJS</dc:creator>
  <cp:lastModifiedBy>Benedikt Adler</cp:lastModifiedBy>
  <cp:revision>2</cp:revision>
  <dcterms:created xsi:type="dcterms:W3CDTF">2026-05-30T19:30:51Z</dcterms:created>
  <dcterms:modified xsi:type="dcterms:W3CDTF">2026-05-30T19:35:00Z</dcterms:modified>
</cp:coreProperties>
</file>