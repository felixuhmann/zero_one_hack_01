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03"/>
    <p:restoredTop sz="94610"/>
  </p:normalViewPr>
  <p:slideViewPr>
    <p:cSldViewPr snapToGrid="0" snapToObjects="1">
      <p:cViewPr>
        <p:scale>
          <a:sx n="190" d="100"/>
          <a:sy n="190" d="100"/>
        </p:scale>
        <p:origin x="74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823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SYBILION TRACK  ·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Forecast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24231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multi-signal ensemble that forecasts Fed policy rates — with a mandate-weighted scenario engine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live interactive sensitivity analysis.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3840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AT" sz="1400" dirty="0">
                <a:solidFill>
                  <a:schemeClr val="bg1"/>
                </a:solidFill>
              </a:rPr>
              <a:t>Nikola Veljkovic, Felix </a:t>
            </a:r>
            <a:r>
              <a:rPr lang="de-AT" sz="1400" dirty="0" err="1">
                <a:solidFill>
                  <a:schemeClr val="bg1"/>
                </a:solidFill>
              </a:rPr>
              <a:t>Uhmann</a:t>
            </a:r>
            <a:r>
              <a:rPr lang="de-AT" sz="1400" dirty="0">
                <a:solidFill>
                  <a:schemeClr val="bg1"/>
                </a:solidFill>
              </a:rPr>
              <a:t>, Benedikt Adler</a:t>
            </a:r>
          </a:p>
        </p:txBody>
      </p:sp>
      <p:sp>
        <p:nvSpPr>
          <p:cNvPr id="9" name="Shape 7"/>
          <p:cNvSpPr/>
          <p:nvPr/>
        </p:nvSpPr>
        <p:spPr>
          <a:xfrm>
            <a:off x="4983480" y="1280160"/>
            <a:ext cx="1097280" cy="16459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263640" y="1280160"/>
            <a:ext cx="109728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543800" y="1280160"/>
            <a:ext cx="1097280" cy="1645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983480" y="1490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63640" y="1490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43800" y="1490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120640" y="2377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+0.67  ·  medium confidence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2834640"/>
            <a:ext cx="1280160" cy="594360"/>
          </a:xfrm>
          <a:prstGeom prst="rect">
            <a:avLst/>
          </a:prstGeom>
          <a:solidFill>
            <a:srgbClr val="1F3A6E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892040" y="2880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+0.67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2834640"/>
            <a:ext cx="1280160" cy="594360"/>
          </a:xfrm>
          <a:prstGeom prst="rect">
            <a:avLst/>
          </a:prstGeom>
          <a:solidFill>
            <a:srgbClr val="1F3A6E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309360" y="2880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B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−0.06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26680" y="2834640"/>
            <a:ext cx="1280160" cy="594360"/>
          </a:xfrm>
          <a:prstGeom prst="rect">
            <a:avLst/>
          </a:prstGeom>
          <a:solidFill>
            <a:srgbClr val="1F3A6E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7726680" y="2880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26680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B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−0.21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3794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sensitivity engine — no extra API call per slider move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bank policy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poorly forecasted.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06040" cy="260604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" cy="2606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21792" y="19019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Consensus ≠ Prediction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3317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FedWatch shows what the market already priced. It reacts — it does not anticipate.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606040" cy="260604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291840" y="1783080"/>
            <a:ext cx="54864" cy="2606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456432" y="19019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Single-signal blindness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6432" y="23317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data alone misses the labor dimension. The Fed's dual mandate creates non-linear tradeoffs.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2606040" cy="260604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54864" cy="2606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291072" y="19019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No mandate 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1072" y="23317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and Fed face different mandates. Tools that ignore this misread divergence as noise.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1F3A6E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4663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mispriced rate decision costs institutional portfolios millions in duration risk and FX carry exposure.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Multi-signal pipeline with deterministic ensemble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329184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B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Data Fetch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FRED series per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bank. Daily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resampled to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monthly. YoY transform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index series.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2871216"/>
            <a:ext cx="210312" cy="73152"/>
          </a:xfrm>
          <a:prstGeom prst="rect">
            <a:avLst/>
          </a:prstGeom>
          <a:solidFill>
            <a:srgbClr val="8DA4C4"/>
          </a:solidFill>
          <a:ln w="12700">
            <a:solidFill>
              <a:srgbClr val="8DA4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633472" y="1280160"/>
            <a:ext cx="1965960" cy="329184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770632" y="13898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70632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Sybilion Forecast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70632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job per signal,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via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enabled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(hard_horizon: 3m).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99432" y="2871216"/>
            <a:ext cx="210312" cy="73152"/>
          </a:xfrm>
          <a:prstGeom prst="rect">
            <a:avLst/>
          </a:prstGeom>
          <a:solidFill>
            <a:srgbClr val="8DA4C4"/>
          </a:solidFill>
          <a:ln w="12700">
            <a:solidFill>
              <a:srgbClr val="8DA4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809744" y="1280160"/>
            <a:ext cx="1965960" cy="329184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946904" y="13898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B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46904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Engine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46904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valid jobs.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Auto-renormalization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job failure.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aggregation.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75704" y="2871216"/>
            <a:ext cx="210312" cy="73152"/>
          </a:xfrm>
          <a:prstGeom prst="rect">
            <a:avLst/>
          </a:prstGeom>
          <a:solidFill>
            <a:srgbClr val="8DA4C4"/>
          </a:solidFill>
          <a:ln w="12700">
            <a:solidFill>
              <a:srgbClr val="8DA4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6986016" y="1280160"/>
            <a:ext cx="1965960" cy="329184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123176" y="13898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23176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Classifier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23176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Mandate-weighted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Pressure Score.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signal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lookup. Deterministic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1F3A6E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40080" y="47183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role: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471830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fully-classified scenario dict and formats it as natural language. Zero analytical authority.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that define the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115568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1115568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B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06640" y="1261872"/>
            <a:ext cx="1143000" cy="256032"/>
          </a:xfrm>
          <a:prstGeom prst="rect">
            <a:avLst/>
          </a:prstGeom>
          <a:solidFill>
            <a:srgbClr val="0ABFA3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406640" y="12618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28016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signal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1848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configs carry a 'role' tag (target / leading / inflation / labor). The ScenarioClassifier looks up signals by role — making the same classifier work for Fed, ECB and BoJ without modification.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8229600" cy="1115568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54864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58368" y="24963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06640" y="2523744"/>
            <a:ext cx="1143000" cy="256032"/>
          </a:xfrm>
          <a:prstGeom prst="rect">
            <a:avLst/>
          </a:prstGeom>
          <a:solidFill>
            <a:srgbClr val="F5A623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406640" y="25237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Accuracy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" y="254203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Mandate-weighted Policy Pressure 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288036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inflation_weight × (PCE − target) − employment_weight × (UNRATE − NAIRU). Fed uses 0.5/0.5. ECB uses 0.9/0.1. The score is a first-class output — the LLM cites it directly.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8229600" cy="1115568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54864" cy="1115568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58368" y="37581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B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406640" y="3785616"/>
            <a:ext cx="1143000" cy="256032"/>
          </a:xfrm>
          <a:prstGeom prst="rect">
            <a:avLst/>
          </a:prstGeom>
          <a:solidFill>
            <a:srgbClr val="0ABFA3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406640" y="37856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Performance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" y="380390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approximation engine (no extra API call)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142232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forecast runs, all slider interactions are computed locally via policyApproximator.js. Tilt = Σ(force × weight). Confidence degrades when signals contradict. Zero latency UX.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 metrics from live Sybilion run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65960" cy="123444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4.56%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MAPE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(FEDFUNDS)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33472" y="1234440"/>
            <a:ext cx="1965960" cy="123444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633472" y="13258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0.19pp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33472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MAE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(FEDFUNDS)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9744" y="1234440"/>
            <a:ext cx="1965960" cy="123444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809744" y="13258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09744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MAPE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(flat model)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86016" y="1234440"/>
            <a:ext cx="1965960" cy="123444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986016" y="13258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86016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Sybilion Jobs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5303520" cy="224028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54864" cy="2240280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58368" y="27614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interpretation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MAPE of 4.6% — directionally reliable for a HOLD / CUT / HIKE call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3575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 metrics identical across all horizons → model flatlines at 12M (known Sybilion pattern with rate data)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3995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MASE of 18× vs naïve baseline — expected: Fed held rates constant for long stretches, making naïve baseline hard to beat on absolute error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4416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auto-renormalizes when jobs fail — tested with 2/4 signals available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2651760"/>
            <a:ext cx="2651760" cy="224028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5989320" y="2651760"/>
            <a:ext cx="54864" cy="2240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190488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reliability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90488" y="3200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32004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B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4/4 signals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0488" y="3703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37033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2/4 signals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90488" y="42062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4206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B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4.56% @ 6M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build next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1188720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58368" y="12618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A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12M+ forecast flatline — investigate Sybilion payload configuration (recency_factor, soft_horizon)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81965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BoJ pipeline — MandateConfig with inflation_weight: 0.70, handle near-zero rate regime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Futures via Nasdaq Data Link — strongest single leading indicator not yet in stack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8229600" cy="118872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54864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58368" y="25694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84378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matrix — when all three central banks run, surface FED_ECB_spread and FX implications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312724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FOMC statement hawkishness score — LLM converts text to numeric signal, feeds into ensemble as 5th series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341071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Backtest-adjusted confidence — penalize scenarios where 12M MAE &gt; 0.5pp on the dominant signal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8229600" cy="1188720"/>
          </a:xfrm>
          <a:prstGeom prst="rect">
            <a:avLst/>
          </a:prstGeom>
          <a:solidFill>
            <a:srgbClr val="162447"/>
          </a:solidFill>
          <a:ln w="635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54864" cy="1188720"/>
          </a:xfrm>
          <a:prstGeom prst="rect">
            <a:avLst/>
          </a:prstGeom>
          <a:solidFill>
            <a:srgbClr val="8DA4C4"/>
          </a:solidFill>
          <a:ln w="12700">
            <a:solidFill>
              <a:srgbClr val="8DA4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58368" y="38770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TERM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415137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approximation engine with cached re-run — submit new Sybilion job on significant slider delta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443484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output layer — translate rate divergence into duration, FX carry, and credit spread implications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Macintosh PowerPoint</Application>
  <PresentationFormat>Bildschirmpräsentation (16:9)</PresentationFormat>
  <Paragraphs>121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 Forecast — Sybilion Pipeline</dc:title>
  <dc:subject>PptxGenJS Presentation</dc:subject>
  <dc:creator>PptxGenJS</dc:creator>
  <cp:lastModifiedBy>Benedikt Adler</cp:lastModifiedBy>
  <cp:revision>2</cp:revision>
  <dcterms:created xsi:type="dcterms:W3CDTF">2026-05-30T19:19:22Z</dcterms:created>
  <dcterms:modified xsi:type="dcterms:W3CDTF">2026-05-30T19:35:13Z</dcterms:modified>
</cp:coreProperties>
</file>